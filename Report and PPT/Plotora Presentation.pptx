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marL="5715" algn="ctr">
              <a:lnSpc>
                <a:spcPct val="100000"/>
              </a:lnSpc>
              <a:spcBef>
                <a:spcPts val="360"/>
              </a:spcBef>
            </a:pPr>
            <a:r>
              <a:rPr lang="en-US" sz="4800" spc="-10" dirty="0" err="1">
                <a:latin typeface="Times New Roman"/>
                <a:cs typeface="Times New Roman"/>
              </a:rPr>
              <a:t>Plotora</a:t>
            </a:r>
            <a:endParaRPr lang="en-US" sz="4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Samarpan Malhotra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2211981340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Swati Goel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sz="2000" dirty="0" err="1">
                <a:latin typeface="Times New Roman"/>
                <a:cs typeface="Times New Roman"/>
              </a:rPr>
              <a:t>Plotora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is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web-</a:t>
            </a:r>
            <a:r>
              <a:rPr lang="en-US" sz="2000" dirty="0">
                <a:latin typeface="Times New Roman"/>
                <a:cs typeface="Times New Roman"/>
              </a:rPr>
              <a:t>based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platform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designed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improve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how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users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interact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with </a:t>
            </a:r>
            <a:r>
              <a:rPr lang="en-US" sz="2000" dirty="0">
                <a:latin typeface="Times New Roman"/>
                <a:cs typeface="Times New Roman"/>
              </a:rPr>
              <a:t>movies.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traditional</a:t>
            </a:r>
            <a:r>
              <a:rPr lang="en-US" sz="2000" spc="-9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platforms,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only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watch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content,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but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Plotora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allows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them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actively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participate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by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creating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alternate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endings.</a:t>
            </a:r>
            <a:r>
              <a:rPr lang="en-US" sz="2000" spc="-9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This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transforms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users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from </a:t>
            </a:r>
            <a:r>
              <a:rPr lang="en-US" sz="2000" dirty="0">
                <a:latin typeface="Times New Roman"/>
                <a:cs typeface="Times New Roman"/>
              </a:rPr>
              <a:t>passive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viewers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into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active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contributors.</a:t>
            </a: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endParaRPr lang="en-US" sz="2000" spc="-1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sz="2000" spc="-10" dirty="0">
                <a:latin typeface="Times New Roman"/>
                <a:cs typeface="Times New Roman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system,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ideas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en-US"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them.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en-US"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discussions</a:t>
            </a:r>
            <a:r>
              <a:rPr lang="en-US"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happen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media,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unstructured</a:t>
            </a:r>
            <a:r>
              <a:rPr lang="en-US"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recognition.</a:t>
            </a:r>
            <a:r>
              <a:rPr lang="en-US" sz="20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 contribution.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690245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this,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  <a:r>
              <a:rPr lang="en-US"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lost.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Plotora</a:t>
            </a:r>
            <a:r>
              <a:rPr lang="en-US"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solves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</a:t>
            </a:r>
            <a:r>
              <a:rPr lang="en-US"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lang="en-US"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engaging</a:t>
            </a:r>
            <a:r>
              <a:rPr lang="en-US"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5FC7B-2233-0BC5-8C51-E1812405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39EA0025-B365-48EF-B4A6-3A7F8F59EFBF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9328C42-838F-DDF9-5C38-5079223FDA1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E9FAA9E3-4F81-E82D-8FD2-4B1947303C66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2700" marR="127635" algn="just">
              <a:lnSpc>
                <a:spcPct val="100000"/>
              </a:lnSpc>
              <a:spcBef>
                <a:spcPts val="95"/>
              </a:spcBef>
            </a:pP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main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objective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of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Plotora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is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create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platform</a:t>
            </a:r>
            <a:r>
              <a:rPr lang="en-US" sz="2000" spc="-9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where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users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can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participate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in </a:t>
            </a:r>
            <a:r>
              <a:rPr lang="en-US" sz="2000" dirty="0">
                <a:latin typeface="Times New Roman"/>
                <a:cs typeface="Times New Roman"/>
              </a:rPr>
              <a:t>storytelling</a:t>
            </a:r>
            <a:r>
              <a:rPr lang="en-US" sz="2000" spc="-9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structured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way.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It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focuses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on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increasing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engagement,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encouraging </a:t>
            </a:r>
            <a:r>
              <a:rPr lang="en-US" sz="2000" spc="-20" dirty="0">
                <a:latin typeface="Times New Roman"/>
                <a:cs typeface="Times New Roman"/>
              </a:rPr>
              <a:t>creativity,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ensuring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fair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participation.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344805">
              <a:lnSpc>
                <a:spcPct val="100000"/>
              </a:lnSpc>
            </a:pPr>
            <a:r>
              <a:rPr lang="en-US" sz="2000" spc="-30" dirty="0">
                <a:latin typeface="Times New Roman"/>
                <a:cs typeface="Times New Roman"/>
              </a:rPr>
              <a:t>To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achieve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this,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Plotora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introduces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genre-</a:t>
            </a:r>
            <a:r>
              <a:rPr lang="en-US" sz="2000" dirty="0">
                <a:latin typeface="Times New Roman"/>
                <a:cs typeface="Times New Roman"/>
              </a:rPr>
              <a:t>based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clubs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such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as</a:t>
            </a:r>
            <a:r>
              <a:rPr lang="en-US" sz="2000" spc="-1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Action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Horror, </a:t>
            </a:r>
            <a:r>
              <a:rPr lang="en-US" sz="2000" dirty="0">
                <a:latin typeface="Times New Roman"/>
                <a:cs typeface="Times New Roman"/>
              </a:rPr>
              <a:t>where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can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interact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with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like-</a:t>
            </a:r>
            <a:r>
              <a:rPr lang="en-US" sz="2000" dirty="0">
                <a:latin typeface="Times New Roman"/>
                <a:cs typeface="Times New Roman"/>
              </a:rPr>
              <a:t>minded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people.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Inside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these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clubs,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users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can </a:t>
            </a:r>
            <a:r>
              <a:rPr lang="en-US" sz="2000" dirty="0">
                <a:latin typeface="Times New Roman"/>
                <a:cs typeface="Times New Roman"/>
              </a:rPr>
              <a:t>browse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movies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based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on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trending,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most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watched,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recommended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categories.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After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selecting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movie,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users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can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write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their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own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alternate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endings.</a:t>
            </a:r>
            <a:r>
              <a:rPr lang="en-US" sz="2000" spc="-114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This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structured </a:t>
            </a:r>
            <a:r>
              <a:rPr lang="en-US" sz="2000" dirty="0">
                <a:latin typeface="Times New Roman"/>
                <a:cs typeface="Times New Roman"/>
              </a:rPr>
              <a:t>approach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ensures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that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all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contributions</a:t>
            </a:r>
            <a:r>
              <a:rPr lang="en-US" sz="2000" spc="-9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are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meaningful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organized.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260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91AD-D2B1-2947-83FF-0FEA5905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F1CAAD90-F3EF-457E-622A-FD32D8E7B57D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and Features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4915C50-727C-759B-C702-9FF02A47146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1251392-2D40-5F6F-2987-0CF83BEA549D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25400" marR="5080">
              <a:lnSpc>
                <a:spcPct val="100000"/>
              </a:lnSpc>
              <a:spcBef>
                <a:spcPts val="95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</a:t>
            </a:r>
            <a:r>
              <a:rPr lang="en-US"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flow.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r>
              <a:rPr lang="en-US"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</a:t>
            </a:r>
            <a:r>
              <a:rPr lang="en-US"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club.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categories.</a:t>
            </a:r>
            <a:r>
              <a:rPr lang="en-US" sz="20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</a:t>
            </a:r>
            <a:r>
              <a:rPr lang="en-US"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movie,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alternate</a:t>
            </a:r>
            <a:r>
              <a:rPr lang="en-US"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ending,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reflected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leaderboard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archive.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" marR="155575">
              <a:lnSpc>
                <a:spcPct val="10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Plotora</a:t>
            </a:r>
            <a:r>
              <a:rPr lang="en-US"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</a:t>
            </a:r>
            <a:r>
              <a:rPr lang="en-US"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lang="en-US"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en-US"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JWT,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genre-based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clubs,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en-US"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browsing</a:t>
            </a:r>
            <a:r>
              <a:rPr lang="en-US"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system,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</a:t>
            </a:r>
            <a:r>
              <a:rPr lang="en-US"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module.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leaderboard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archive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lang="en-US"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stories.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" marR="342900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remains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organized,</a:t>
            </a:r>
            <a:r>
              <a:rPr lang="en-US"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fair,</a:t>
            </a:r>
            <a:r>
              <a:rPr lang="en-US"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engaging</a:t>
            </a:r>
            <a:r>
              <a:rPr lang="en-US"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587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B9EA9-2DD0-3421-87A3-8EDBBC3C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95366D6-FF7A-EB47-98AF-3E1FFC4EB6DE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9968C8F-5C78-0B87-E69C-67C4FE7F801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4CDA5623-D498-DDAF-EB97-C9C374D9CF33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25400" marR="5080">
              <a:lnSpc>
                <a:spcPct val="100000"/>
              </a:lnSpc>
              <a:spcBef>
                <a:spcPts val="95"/>
              </a:spcBef>
            </a:pPr>
            <a:r>
              <a:rPr lang="en-US" sz="2000" dirty="0" err="1">
                <a:latin typeface="Times New Roman"/>
                <a:cs typeface="Times New Roman"/>
              </a:rPr>
              <a:t>Plotora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is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developed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using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MERN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stack,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which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includes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MongoDB,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Express.js, </a:t>
            </a:r>
            <a:r>
              <a:rPr lang="en-US" sz="2000" dirty="0">
                <a:latin typeface="Times New Roman"/>
                <a:cs typeface="Times New Roman"/>
              </a:rPr>
              <a:t>React.js,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Node.js.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This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allows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entire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application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built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using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JavaScript.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96520"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MongoDB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is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used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store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data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like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users,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clubs,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stories.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Node.js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Express.js </a:t>
            </a:r>
            <a:r>
              <a:rPr lang="en-US" sz="2000" dirty="0">
                <a:latin typeface="Times New Roman"/>
                <a:cs typeface="Times New Roman"/>
              </a:rPr>
              <a:t>handle</a:t>
            </a:r>
            <a:r>
              <a:rPr lang="en-US" sz="2000" spc="-1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backend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operations</a:t>
            </a:r>
            <a:r>
              <a:rPr lang="en-US" sz="2000" spc="-9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such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as</a:t>
            </a:r>
            <a:r>
              <a:rPr lang="en-US" sz="2000" spc="-1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API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requests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server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logic.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React.js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is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used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build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interface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provides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smooth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experience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without </a:t>
            </a:r>
            <a:r>
              <a:rPr lang="en-US" sz="2000" dirty="0">
                <a:latin typeface="Times New Roman"/>
                <a:cs typeface="Times New Roman"/>
              </a:rPr>
              <a:t>page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reloads.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JWT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used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for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authentication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keep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system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secure.</a:t>
            </a:r>
            <a:endParaRPr lang="en-US" sz="2000" dirty="0">
              <a:latin typeface="Times New Roman"/>
              <a:cs typeface="Times New Roman"/>
            </a:endParaRPr>
          </a:p>
          <a:p>
            <a:pPr marL="25400" marR="342900">
              <a:lnSpc>
                <a:spcPct val="100000"/>
              </a:lnSpc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077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9E024-507D-20C1-4B76-31A27835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88B0066-97CB-CD37-DF27-B977005330D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DFC7448-EA31-6ECC-879F-D932B5A262C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7E314699-A716-D714-09C2-D57041868A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815" y="1687427"/>
            <a:ext cx="7268369" cy="386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101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815D4-8824-E421-7798-F2186317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34AAA5B8-1D6E-77AA-EB3D-45EE2B2322B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Novelty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83088B3-A963-7A8D-9D4E-638845A0C3E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1338F86-BFF0-A3A8-56DF-FCCE2AE50A55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25400" marR="5080">
              <a:lnSpc>
                <a:spcPct val="100000"/>
              </a:lnSpc>
              <a:spcBef>
                <a:spcPts val="95"/>
              </a:spcBef>
            </a:pPr>
            <a:r>
              <a:rPr lang="en-US" sz="2000" dirty="0" err="1">
                <a:latin typeface="Times New Roman"/>
                <a:cs typeface="Times New Roman"/>
              </a:rPr>
              <a:t>Plotora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offers</a:t>
            </a:r>
            <a:r>
              <a:rPr lang="en-US" sz="2000" spc="-9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several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advantages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such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as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increased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</a:t>
            </a:r>
            <a:r>
              <a:rPr lang="en-US" sz="2000" spc="-9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engagement,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encouragement </a:t>
            </a:r>
            <a:r>
              <a:rPr lang="en-US" sz="2000" dirty="0">
                <a:latin typeface="Times New Roman"/>
                <a:cs typeface="Times New Roman"/>
              </a:rPr>
              <a:t>of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creativity,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structured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system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for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participation.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It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ensures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fairness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allows </a:t>
            </a:r>
            <a:r>
              <a:rPr lang="en-US" sz="2000" dirty="0">
                <a:latin typeface="Times New Roman"/>
                <a:cs typeface="Times New Roman"/>
              </a:rPr>
              <a:t>users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interact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through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clubs.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99695"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unique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aspect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of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Plotora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is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that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it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combines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movie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browsing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with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storytelling. </a:t>
            </a:r>
            <a:r>
              <a:rPr lang="en-US" sz="2000" dirty="0">
                <a:latin typeface="Times New Roman"/>
                <a:cs typeface="Times New Roman"/>
              </a:rPr>
              <a:t>Unlike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traditional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platforms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where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users</a:t>
            </a:r>
            <a:r>
              <a:rPr lang="en-US" sz="2000" spc="-9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only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consume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content,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Plotora</a:t>
            </a:r>
            <a:r>
              <a:rPr lang="en-US" sz="2000" spc="-9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allows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them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create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content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structured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way.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441959"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Features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like</a:t>
            </a:r>
            <a:r>
              <a:rPr lang="en-US" sz="2000" spc="-10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genre-</a:t>
            </a:r>
            <a:r>
              <a:rPr lang="en-US" sz="2000" dirty="0">
                <a:latin typeface="Times New Roman"/>
                <a:cs typeface="Times New Roman"/>
              </a:rPr>
              <a:t>based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clubs,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controlled</a:t>
            </a:r>
            <a:r>
              <a:rPr lang="en-US" sz="2000" spc="-114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submissions,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leaderboard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system,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and </a:t>
            </a:r>
            <a:r>
              <a:rPr lang="en-US" sz="2000" dirty="0">
                <a:latin typeface="Times New Roman"/>
                <a:cs typeface="Times New Roman"/>
              </a:rPr>
              <a:t>archive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make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it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different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more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interactive.</a:t>
            </a:r>
            <a:endParaRPr lang="en-US"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endParaRPr lang="en-US" sz="2000" dirty="0">
              <a:latin typeface="Times New Roman"/>
              <a:cs typeface="Times New Roman"/>
            </a:endParaRPr>
          </a:p>
          <a:p>
            <a:pPr marL="25400" marR="342900">
              <a:lnSpc>
                <a:spcPct val="100000"/>
              </a:lnSpc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7690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B129F-EAE7-0A5A-F663-615F8EEDD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9AD2F23-5F17-CE66-00F6-906BDE76140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49332A1-09C0-39D8-0F91-7E26186E97C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41E3606A-8BB4-00A8-EFD4-CC1D99D4CF96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2700" marR="66040">
              <a:lnSpc>
                <a:spcPct val="100000"/>
              </a:lnSpc>
              <a:spcBef>
                <a:spcPts val="95"/>
              </a:spcBef>
            </a:pPr>
            <a:r>
              <a:rPr lang="en-US" sz="2000" dirty="0">
                <a:latin typeface="Times New Roman"/>
                <a:cs typeface="Times New Roman"/>
              </a:rPr>
              <a:t>Plotora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successfully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transforms</a:t>
            </a:r>
            <a:r>
              <a:rPr lang="en-US" sz="2000" spc="-9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movie-</a:t>
            </a:r>
            <a:r>
              <a:rPr lang="en-US" sz="2000" dirty="0">
                <a:latin typeface="Times New Roman"/>
                <a:cs typeface="Times New Roman"/>
              </a:rPr>
              <a:t>watching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experience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into</a:t>
            </a:r>
            <a:r>
              <a:rPr lang="en-US" sz="2000" spc="-9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interactive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creative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process.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It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allows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users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explore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movies,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create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alternate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endings,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and </a:t>
            </a:r>
            <a:r>
              <a:rPr lang="en-US" sz="2000" dirty="0">
                <a:latin typeface="Times New Roman"/>
                <a:cs typeface="Times New Roman"/>
              </a:rPr>
              <a:t>gain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recognition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for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their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work.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241935"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platform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provides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structured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fair</a:t>
            </a:r>
            <a:r>
              <a:rPr lang="en-US" sz="2000" spc="-8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environment,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making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it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more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engaging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meaningful.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It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bridges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gap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between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content</a:t>
            </a:r>
            <a:r>
              <a:rPr lang="en-US" sz="2000" spc="-6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consumption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content creation.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In</a:t>
            </a:r>
            <a:r>
              <a:rPr lang="en-US" sz="2000" spc="-7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future,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project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can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be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improved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by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adding</a:t>
            </a:r>
            <a:r>
              <a:rPr lang="en-US" sz="2000" spc="-13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AI-</a:t>
            </a:r>
            <a:r>
              <a:rPr lang="en-US" sz="2000" dirty="0">
                <a:latin typeface="Times New Roman"/>
                <a:cs typeface="Times New Roman"/>
              </a:rPr>
              <a:t>based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suggestions, </a:t>
            </a:r>
            <a:r>
              <a:rPr lang="en-US" sz="2000" dirty="0">
                <a:latin typeface="Times New Roman"/>
                <a:cs typeface="Times New Roman"/>
              </a:rPr>
              <a:t>developing</a:t>
            </a:r>
            <a:r>
              <a:rPr lang="en-US" sz="2000" spc="-1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mobile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application,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integrating</a:t>
            </a:r>
            <a:r>
              <a:rPr lang="en-US" sz="2000" spc="-80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external</a:t>
            </a:r>
            <a:r>
              <a:rPr lang="en-US" sz="2000" spc="-1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APIs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for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better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movie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data.</a:t>
            </a:r>
            <a:endParaRPr lang="en-US" sz="2000" dirty="0">
              <a:latin typeface="Times New Roman"/>
              <a:cs typeface="Times New Roman"/>
            </a:endParaRPr>
          </a:p>
          <a:p>
            <a:pPr marL="25400" marR="342900">
              <a:lnSpc>
                <a:spcPct val="100000"/>
              </a:lnSpc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0274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34712</TotalTime>
  <Words>669</Words>
  <Application>Microsoft Office PowerPoint</Application>
  <PresentationFormat>On-screen Show (4:3)</PresentationFormat>
  <Paragraphs>122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Samarpan Malhotra</cp:lastModifiedBy>
  <cp:revision>2299</cp:revision>
  <dcterms:created xsi:type="dcterms:W3CDTF">2010-04-09T07:36:15Z</dcterms:created>
  <dcterms:modified xsi:type="dcterms:W3CDTF">2026-05-06T20:07:49Z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